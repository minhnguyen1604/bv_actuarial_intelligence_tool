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BACA-08FD-4A5B-9C5E-89C706FD7DE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AF14-87A8-42CC-8948-B56802640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6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BACA-08FD-4A5B-9C5E-89C706FD7DE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AF14-87A8-42CC-8948-B56802640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38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BACA-08FD-4A5B-9C5E-89C706FD7DE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AF14-87A8-42CC-8948-B56802640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8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BACA-08FD-4A5B-9C5E-89C706FD7DE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AF14-87A8-42CC-8948-B56802640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02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BACA-08FD-4A5B-9C5E-89C706FD7DE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AF14-87A8-42CC-8948-B56802640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203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BACA-08FD-4A5B-9C5E-89C706FD7DE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AF14-87A8-42CC-8948-B56802640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15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BACA-08FD-4A5B-9C5E-89C706FD7DE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AF14-87A8-42CC-8948-B56802640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98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BACA-08FD-4A5B-9C5E-89C706FD7DE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AF14-87A8-42CC-8948-B56802640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028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BACA-08FD-4A5B-9C5E-89C706FD7DE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AF14-87A8-42CC-8948-B56802640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92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BACA-08FD-4A5B-9C5E-89C706FD7DE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AF14-87A8-42CC-8948-B56802640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8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BACA-08FD-4A5B-9C5E-89C706FD7DE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AF14-87A8-42CC-8948-B56802640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9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5BACA-08FD-4A5B-9C5E-89C706FD7DE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6AF14-87A8-42CC-8948-B56802640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69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600967"/>
            <a:ext cx="9144000" cy="956958"/>
          </a:xfrm>
        </p:spPr>
        <p:txBody>
          <a:bodyPr/>
          <a:lstStyle/>
          <a:p>
            <a:r>
              <a:rPr lang="en-US" dirty="0" smtClean="0"/>
              <a:t>Tool </a:t>
            </a:r>
            <a:r>
              <a:rPr lang="en-US" dirty="0" err="1" smtClean="0"/>
              <a:t>tính</a:t>
            </a:r>
            <a:r>
              <a:rPr lang="en-US" dirty="0" smtClean="0"/>
              <a:t> UPR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6495" y="1696241"/>
            <a:ext cx="9446713" cy="359721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 smtClean="0"/>
              <a:t>-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cụ</a:t>
            </a:r>
            <a:r>
              <a:rPr lang="en-US" dirty="0" smtClean="0"/>
              <a:t>: Shiny App R ( R studio)</a:t>
            </a:r>
          </a:p>
          <a:p>
            <a:pPr algn="l"/>
            <a:r>
              <a:rPr lang="en-US" dirty="0" smtClean="0"/>
              <a:t>-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đích</a:t>
            </a:r>
            <a:r>
              <a:rPr lang="en-US" dirty="0" smtClean="0"/>
              <a:t>: </a:t>
            </a:r>
          </a:p>
          <a:p>
            <a:pPr algn="l"/>
            <a:r>
              <a:rPr lang="en-US" dirty="0"/>
              <a:t>	</a:t>
            </a:r>
            <a:r>
              <a:rPr lang="en-US" dirty="0" smtClean="0"/>
              <a:t>+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cụ</a:t>
            </a:r>
            <a:r>
              <a:rPr lang="en-US" dirty="0" smtClean="0"/>
              <a:t> Excel </a:t>
            </a:r>
            <a:r>
              <a:rPr lang="en-US" dirty="0" err="1" smtClean="0"/>
              <a:t>đang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+ </a:t>
            </a:r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,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chế</a:t>
            </a:r>
            <a:r>
              <a:rPr lang="en-US" dirty="0" smtClean="0"/>
              <a:t> </a:t>
            </a:r>
            <a:r>
              <a:rPr lang="en-US" dirty="0" err="1" smtClean="0"/>
              <a:t>sai</a:t>
            </a:r>
            <a:r>
              <a:rPr lang="en-US" dirty="0" smtClean="0"/>
              <a:t> </a:t>
            </a:r>
            <a:r>
              <a:rPr lang="en-US" dirty="0" err="1" smtClean="0"/>
              <a:t>sót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+ </a:t>
            </a:r>
            <a:r>
              <a:rPr lang="en-US" dirty="0" err="1" smtClean="0"/>
              <a:t>dễ</a:t>
            </a:r>
            <a:r>
              <a:rPr lang="en-US" dirty="0" smtClean="0"/>
              <a:t> </a:t>
            </a:r>
            <a:r>
              <a:rPr lang="en-US" dirty="0" err="1" smtClean="0"/>
              <a:t>dàng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trữ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NV</a:t>
            </a:r>
            <a:br>
              <a:rPr lang="en-US" dirty="0" smtClean="0"/>
            </a:br>
            <a:r>
              <a:rPr lang="en-US" dirty="0" smtClean="0"/>
              <a:t>	+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	+ </a:t>
            </a:r>
            <a:r>
              <a:rPr lang="en-US" dirty="0" err="1" smtClean="0"/>
              <a:t>tính</a:t>
            </a:r>
            <a:r>
              <a:rPr lang="en-US" dirty="0" smtClean="0"/>
              <a:t> UPR </a:t>
            </a:r>
            <a:r>
              <a:rPr lang="en-US" dirty="0" err="1" smtClean="0"/>
              <a:t>đáp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quý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</a:t>
            </a:r>
            <a:r>
              <a:rPr lang="en-US" dirty="0" err="1" smtClean="0"/>
              <a:t>Cải</a:t>
            </a:r>
            <a:r>
              <a:rPr lang="en-US" dirty="0" smtClean="0"/>
              <a:t> </a:t>
            </a:r>
            <a:r>
              <a:rPr lang="en-US" dirty="0" err="1" smtClean="0"/>
              <a:t>thiện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	+…</a:t>
            </a:r>
            <a:br>
              <a:rPr lang="en-US" dirty="0" smtClean="0"/>
            </a:br>
            <a:r>
              <a:rPr lang="en-US" dirty="0" smtClean="0"/>
              <a:t>	+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651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84609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tả</a:t>
            </a:r>
            <a:r>
              <a:rPr lang="en-US" dirty="0" smtClean="0"/>
              <a:t> chi </a:t>
            </a:r>
            <a:r>
              <a:rPr lang="en-US" dirty="0" err="1" smtClean="0"/>
              <a:t>tiết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ĐỘ TIN CÂYJ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576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84609"/>
          </a:xfrm>
        </p:spPr>
        <p:txBody>
          <a:bodyPr/>
          <a:lstStyle/>
          <a:p>
            <a:r>
              <a:rPr lang="en-US" dirty="0" smtClean="0"/>
              <a:t>HDSD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738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7212</TotalTime>
  <Words>23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Tool tính UPR</vt:lpstr>
      <vt:lpstr>Mô tả chi tiết ĐỘ TIN CÂYJ</vt:lpstr>
      <vt:lpstr>HDSD</vt:lpstr>
    </vt:vector>
  </TitlesOfParts>
  <Company>BaoViet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 tính UPR</dc:title>
  <dc:creator>gtsc0actuary</dc:creator>
  <cp:lastModifiedBy>gtsc0actuary</cp:lastModifiedBy>
  <cp:revision>4</cp:revision>
  <dcterms:created xsi:type="dcterms:W3CDTF">2025-08-08T08:44:56Z</dcterms:created>
  <dcterms:modified xsi:type="dcterms:W3CDTF">2025-08-13T08:57:09Z</dcterms:modified>
</cp:coreProperties>
</file>